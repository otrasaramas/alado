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78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to de fondo (reemplazar)" descr="capa-fondo-1-invit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Ticket" descr="capa-ticket-1-invit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Sello" descr="capa-sello-1-invi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2143125"/>
            <a:ext cx="3601641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800"/>
              </a:lnSpc>
            </a:pPr>
            <a:r>
              <a:rPr sz="4800" b="0" spc="-75">
                <a:solidFill>
                  <a:srgbClr val="F3F1EA"/>
                </a:solidFill>
                <a:latin typeface="Archivo SemiBold"/>
              </a:rPr>
              <a:t>Alado &amp; 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2971800"/>
            <a:ext cx="50530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400"/>
              </a:lnSpc>
            </a:pPr>
            <a:r>
              <a:rPr sz="2400" b="0" spc="225">
                <a:solidFill>
                  <a:srgbClr val="F3F1EA"/>
                </a:solidFill>
                <a:latin typeface="Archivo Medium"/>
              </a:rPr>
              <a:t>TE INVITA A UNA TARDE 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3543300"/>
            <a:ext cx="9572030" cy="28917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11385"/>
              </a:lnSpc>
            </a:pPr>
            <a:r>
              <a:rPr sz="12375" b="0" spc="-150">
                <a:solidFill>
                  <a:srgbClr val="F3F1EA"/>
                </a:solidFill>
                <a:latin typeface="Archivo Black"/>
              </a:rPr>
              <a:t>PINTURA</a:t>
            </a:r>
          </a:p>
          <a:p>
            <a:pPr algn="l">
              <a:lnSpc>
                <a:spcPts val="11385"/>
              </a:lnSpc>
            </a:pPr>
            <a:r>
              <a:rPr sz="12375" b="0" spc="-150">
                <a:solidFill>
                  <a:srgbClr val="F3F1EA"/>
                </a:solidFill>
                <a:latin typeface="Archivo Black"/>
              </a:rPr>
              <a:t>CERÁMICA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849100"/>
            <a:ext cx="3019425" cy="4381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50"/>
              </a:lnSpc>
            </a:pPr>
            <a:r>
              <a:rPr sz="3450" b="0" spc="225">
                <a:solidFill>
                  <a:srgbClr val="2E3A46"/>
                </a:solidFill>
                <a:latin typeface="Archivo SemiBold"/>
              </a:rPr>
              <a:t>SÁBADO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9025" y="11220450"/>
            <a:ext cx="3019425" cy="1066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8400"/>
              </a:lnSpc>
            </a:pPr>
            <a:r>
              <a:rPr sz="8400" b="1" spc="-150">
                <a:solidFill>
                  <a:srgbClr val="2E3A46"/>
                </a:solidFill>
                <a:latin typeface="Archivo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9025" y="12420600"/>
            <a:ext cx="3019425" cy="361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850"/>
              </a:lnSpc>
            </a:pPr>
            <a:r>
              <a:rPr sz="2850" b="0" spc="225">
                <a:solidFill>
                  <a:srgbClr val="2E3A46"/>
                </a:solidFill>
                <a:latin typeface="Archivo SemiBold"/>
              </a:rPr>
              <a:t>OCTUBRE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7975" y="11639550"/>
            <a:ext cx="3019425" cy="1000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937"/>
              </a:lnSpc>
            </a:pPr>
            <a:r>
              <a:rPr sz="3750" b="0">
                <a:solidFill>
                  <a:srgbClr val="2E3A46"/>
                </a:solidFill>
                <a:latin typeface="Archivo SemiBold"/>
              </a:rPr>
              <a:t>2 – 6</a:t>
            </a:r>
          </a:p>
          <a:p>
            <a:pPr algn="ctr">
              <a:lnSpc>
                <a:spcPts val="3937"/>
              </a:lnSpc>
            </a:pPr>
            <a:r>
              <a:rPr sz="3750" b="0">
                <a:solidFill>
                  <a:srgbClr val="2E3A46"/>
                </a:solidFill>
                <a:latin typeface="Archivo SemiBold"/>
              </a:rPr>
              <a:t>P. 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3735050"/>
            <a:ext cx="9067800" cy="4381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50"/>
              </a:lnSpc>
            </a:pPr>
            <a:r>
              <a:rPr sz="3450" b="0">
                <a:solidFill>
                  <a:srgbClr val="2E3A46"/>
                </a:solidFill>
                <a:latin typeface="Archivo SemiBold"/>
              </a:rPr>
              <a:t>Montesereno · El Retiro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4744700"/>
            <a:ext cx="45339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800"/>
              </a:lnSpc>
            </a:pPr>
            <a:r>
              <a:rPr sz="1800" b="0" spc="225">
                <a:solidFill>
                  <a:srgbClr val="2E3A46"/>
                </a:solidFill>
                <a:latin typeface="Archivo SemiBold"/>
              </a:rPr>
              <a:t>POR PERSONA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5087600"/>
            <a:ext cx="4533900" cy="552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350"/>
              </a:lnSpc>
            </a:pPr>
            <a:r>
              <a:rPr sz="4350" b="1" spc="-75">
                <a:solidFill>
                  <a:srgbClr val="2E3A46"/>
                </a:solidFill>
                <a:latin typeface="Archivo"/>
              </a:rPr>
              <a:t>$230.000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14744700"/>
            <a:ext cx="45339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650"/>
              </a:lnSpc>
            </a:pPr>
            <a:r>
              <a:rPr sz="1650" b="0" spc="225">
                <a:solidFill>
                  <a:srgbClr val="2E3A46"/>
                </a:solidFill>
                <a:latin typeface="Archivo SemiBold"/>
              </a:rPr>
              <a:t>RESERVAS POR WHATSAPP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3500" y="15125700"/>
            <a:ext cx="4533900" cy="4381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50"/>
              </a:lnSpc>
            </a:pPr>
            <a:r>
              <a:rPr sz="3450" b="0">
                <a:solidFill>
                  <a:srgbClr val="2E3A46"/>
                </a:solidFill>
                <a:latin typeface="Archivo SemiBold"/>
              </a:rPr>
              <a:t>[número]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78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to de fondo (reemplazar)" descr="capa-fondo-1-invit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Ticket" descr="capa-ticket-2-que-inclu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4" name="Sello" descr="capa-sello-2-que-inclu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2143125"/>
            <a:ext cx="3601641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800"/>
              </a:lnSpc>
            </a:pPr>
            <a:r>
              <a:rPr sz="4800" b="0" spc="-75">
                <a:solidFill>
                  <a:srgbClr val="F3F1EA"/>
                </a:solidFill>
                <a:latin typeface="Archivo SemiBold"/>
              </a:rPr>
              <a:t>Alado &amp; 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2971800"/>
            <a:ext cx="407417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400"/>
              </a:lnSpc>
            </a:pPr>
            <a:r>
              <a:rPr sz="2400" b="0" spc="225">
                <a:solidFill>
                  <a:srgbClr val="F3F1EA"/>
                </a:solidFill>
                <a:latin typeface="Archivo Medium"/>
              </a:rPr>
              <a:t>TU TARDE DE TALLER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3543300"/>
            <a:ext cx="9272141" cy="29792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11730"/>
              </a:lnSpc>
            </a:pPr>
            <a:r>
              <a:rPr sz="12750" b="0" spc="-150">
                <a:solidFill>
                  <a:srgbClr val="F3F1EA"/>
                </a:solidFill>
                <a:latin typeface="Archivo Black"/>
              </a:rPr>
              <a:t>¿QUÉ</a:t>
            </a:r>
          </a:p>
          <a:p>
            <a:pPr algn="l">
              <a:lnSpc>
                <a:spcPts val="11730"/>
              </a:lnSpc>
            </a:pPr>
            <a:r>
              <a:rPr sz="12750" b="0" spc="-150">
                <a:solidFill>
                  <a:srgbClr val="F3F1EA"/>
                </a:solidFill>
                <a:latin typeface="Archivo Black"/>
              </a:rPr>
              <a:t>INCLUYE?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79438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350" y="7962900"/>
            <a:ext cx="5589984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4 pocillos y 4 platos para pintar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906780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8350" y="9086850"/>
            <a:ext cx="5984379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Pigmentos, pinceles y materiales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101917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8350" y="10210800"/>
            <a:ext cx="4338191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La quema de tus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131570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8350" y="11334750"/>
            <a:ext cx="6631186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2E3A46"/>
                </a:solidFill>
                <a:latin typeface="Archivo SemiBold"/>
              </a:rPr>
              <a:t>Te acompañan Andrés, Alejo y Lizeth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12439650"/>
            <a:ext cx="94014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00"/>
              </a:lnSpc>
            </a:pPr>
            <a:r>
              <a:rPr sz="3300" b="0">
                <a:solidFill>
                  <a:srgbClr val="5C7891"/>
                </a:solidFill>
                <a:latin typeface="Archivo Black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8350" y="12458700"/>
            <a:ext cx="5853559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00"/>
              </a:lnSpc>
            </a:pPr>
            <a:r>
              <a:rPr sz="3000" b="0" spc="-38">
                <a:solidFill>
                  <a:srgbClr val="6B7480"/>
                </a:solidFill>
                <a:latin typeface="Archivo Medium"/>
              </a:rPr>
              <a:t>[Aperitivos y vino · por confirmar]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3620750"/>
            <a:ext cx="45339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950"/>
              </a:lnSpc>
            </a:pPr>
            <a:r>
              <a:rPr sz="1950" b="0" spc="150">
                <a:solidFill>
                  <a:srgbClr val="2E3A46"/>
                </a:solidFill>
                <a:latin typeface="Archivo SemiBold"/>
              </a:rPr>
              <a:t>SÁBADO 17 DE OCTUBRE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4020800"/>
            <a:ext cx="4533900" cy="514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050"/>
              </a:lnSpc>
            </a:pPr>
            <a:r>
              <a:rPr sz="4050" b="1" spc="-75">
                <a:solidFill>
                  <a:srgbClr val="2E3A46"/>
                </a:solidFill>
                <a:latin typeface="Archivo"/>
              </a:rPr>
              <a:t>2 – 6 P. 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3500" y="13620750"/>
            <a:ext cx="45339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950"/>
              </a:lnSpc>
            </a:pPr>
            <a:r>
              <a:rPr sz="1950" b="0" spc="225">
                <a:solidFill>
                  <a:srgbClr val="2E3A46"/>
                </a:solidFill>
                <a:latin typeface="Archivo SemiBold"/>
              </a:rPr>
              <a:t>POR PERSONA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4020800"/>
            <a:ext cx="4533900" cy="514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050"/>
              </a:lnSpc>
            </a:pPr>
            <a:r>
              <a:rPr sz="4050" b="1" spc="-75">
                <a:solidFill>
                  <a:srgbClr val="2E3A46"/>
                </a:solidFill>
                <a:latin typeface="Archivo"/>
              </a:rPr>
              <a:t>$230.000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