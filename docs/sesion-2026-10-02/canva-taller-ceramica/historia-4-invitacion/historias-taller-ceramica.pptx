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C789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to de fondo (reemplazar)" descr="capa-fondo-1-invit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Ticket" descr="capa-ticket-1-invitac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4" name="Sello" descr="capa-sello-1-invitac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" y="2143125"/>
            <a:ext cx="3601641" cy="609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4800"/>
              </a:lnSpc>
            </a:pPr>
            <a:r>
              <a:rPr sz="4800" b="0" spc="-75">
                <a:solidFill>
                  <a:srgbClr val="F3F1EA"/>
                </a:solidFill>
                <a:latin typeface="Archivo SemiBold"/>
              </a:rPr>
              <a:t>Alado &amp; 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2971800"/>
            <a:ext cx="5053012" cy="304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2400"/>
              </a:lnSpc>
            </a:pPr>
            <a:r>
              <a:rPr sz="2400" b="0" spc="225">
                <a:solidFill>
                  <a:srgbClr val="F3F1EA"/>
                </a:solidFill>
                <a:latin typeface="Archivo Medium"/>
              </a:rPr>
              <a:t>TE INVITA A UNA TARDE 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3543300"/>
            <a:ext cx="9572030" cy="289173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11385"/>
              </a:lnSpc>
            </a:pPr>
            <a:r>
              <a:rPr sz="12375" b="0" spc="-150">
                <a:solidFill>
                  <a:srgbClr val="F3F1EA"/>
                </a:solidFill>
                <a:latin typeface="Archivo Black"/>
              </a:rPr>
              <a:t>PINTURA</a:t>
            </a:r>
          </a:p>
          <a:p>
            <a:pPr algn="l">
              <a:lnSpc>
                <a:spcPts val="11385"/>
              </a:lnSpc>
            </a:pPr>
            <a:r>
              <a:rPr sz="12375" b="0" spc="-150">
                <a:solidFill>
                  <a:srgbClr val="F3F1EA"/>
                </a:solidFill>
                <a:latin typeface="Archivo Black"/>
              </a:rPr>
              <a:t>CERÁMICA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781800"/>
            <a:ext cx="4237286" cy="96381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795"/>
              </a:lnSpc>
            </a:pPr>
            <a:r>
              <a:rPr sz="3300" b="0" spc="-38">
                <a:solidFill>
                  <a:srgbClr val="F3F1EA"/>
                </a:solidFill>
                <a:latin typeface="Archivo SemiBold"/>
              </a:rPr>
              <a:t>Pinta tu propio juego</a:t>
            </a:r>
          </a:p>
          <a:p>
            <a:pPr algn="l">
              <a:lnSpc>
                <a:spcPts val="3795"/>
              </a:lnSpc>
            </a:pPr>
            <a:r>
              <a:rPr sz="3300" b="0" spc="-38">
                <a:solidFill>
                  <a:srgbClr val="F3F1EA"/>
                </a:solidFill>
                <a:latin typeface="Archivo SemiBold"/>
              </a:rPr>
              <a:t>de café para cuatro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0706100"/>
            <a:ext cx="3019425" cy="4381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450"/>
              </a:lnSpc>
            </a:pPr>
            <a:r>
              <a:rPr sz="3450" b="0" spc="225">
                <a:solidFill>
                  <a:srgbClr val="2E3A46"/>
                </a:solidFill>
                <a:latin typeface="Archivo SemiBold"/>
              </a:rPr>
              <a:t>SÁBADO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29025" y="10077450"/>
            <a:ext cx="3019425" cy="1066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8400"/>
              </a:lnSpc>
            </a:pPr>
            <a:r>
              <a:rPr sz="8400" b="1" spc="-150">
                <a:solidFill>
                  <a:srgbClr val="2E3A46"/>
                </a:solidFill>
                <a:latin typeface="Archivo"/>
              </a:rPr>
              <a:t>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9025" y="11277600"/>
            <a:ext cx="3019425" cy="3619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850"/>
              </a:lnSpc>
            </a:pPr>
            <a:r>
              <a:rPr sz="2850" b="0" spc="225">
                <a:solidFill>
                  <a:srgbClr val="2E3A46"/>
                </a:solidFill>
                <a:latin typeface="Archivo SemiBold"/>
              </a:rPr>
              <a:t>OCTUBRE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57975" y="10496550"/>
            <a:ext cx="3019425" cy="10001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937"/>
              </a:lnSpc>
            </a:pPr>
            <a:r>
              <a:rPr sz="3750" b="0">
                <a:solidFill>
                  <a:srgbClr val="2E3A46"/>
                </a:solidFill>
                <a:latin typeface="Archivo SemiBold"/>
              </a:rPr>
              <a:t>2 – 6</a:t>
            </a:r>
          </a:p>
          <a:p>
            <a:pPr algn="ctr">
              <a:lnSpc>
                <a:spcPts val="3937"/>
              </a:lnSpc>
            </a:pPr>
            <a:r>
              <a:rPr sz="3750" b="0">
                <a:solidFill>
                  <a:srgbClr val="2E3A46"/>
                </a:solidFill>
                <a:latin typeface="Archivo SemiBold"/>
              </a:rPr>
              <a:t>P.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12592050"/>
            <a:ext cx="9067800" cy="4381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450"/>
              </a:lnSpc>
            </a:pPr>
            <a:r>
              <a:rPr sz="3450" b="0">
                <a:solidFill>
                  <a:srgbClr val="2E3A46"/>
                </a:solidFill>
                <a:latin typeface="Archivo SemiBold"/>
              </a:rPr>
              <a:t>Montesereno · El Retiro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13582650"/>
            <a:ext cx="906780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1650"/>
              </a:lnSpc>
            </a:pPr>
            <a:r>
              <a:rPr sz="1650" b="0" spc="225">
                <a:solidFill>
                  <a:srgbClr val="2E3A46"/>
                </a:solidFill>
                <a:latin typeface="Archivo SemiBold"/>
              </a:rPr>
              <a:t>INCLUYE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13925550"/>
            <a:ext cx="9067800" cy="3619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850"/>
              </a:lnSpc>
            </a:pPr>
            <a:r>
              <a:rPr sz="2850" b="0" spc="-22">
                <a:solidFill>
                  <a:srgbClr val="2E3A46"/>
                </a:solidFill>
                <a:latin typeface="Archivo SemiBold"/>
              </a:rPr>
              <a:t>Materiales, quema, vino, café y pasabocas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14935200"/>
            <a:ext cx="453390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1650"/>
              </a:lnSpc>
            </a:pPr>
            <a:r>
              <a:rPr sz="1650" b="0" spc="225">
                <a:solidFill>
                  <a:srgbClr val="2E3A46"/>
                </a:solidFill>
                <a:latin typeface="Archivo SemiBold"/>
              </a:rPr>
              <a:t>POR PERSONA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15240000"/>
            <a:ext cx="4533900" cy="514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4050"/>
              </a:lnSpc>
            </a:pPr>
            <a:r>
              <a:rPr sz="4050" b="1" spc="-75">
                <a:solidFill>
                  <a:srgbClr val="2E3A46"/>
                </a:solidFill>
                <a:latin typeface="Archivo"/>
              </a:rPr>
              <a:t>$230.000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43500" y="14935200"/>
            <a:ext cx="453390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1650"/>
              </a:lnSpc>
            </a:pPr>
            <a:r>
              <a:rPr sz="1650" b="0" spc="225">
                <a:solidFill>
                  <a:srgbClr val="2E3A46"/>
                </a:solidFill>
                <a:latin typeface="Archivo SemiBold"/>
              </a:rPr>
              <a:t>RESERVAS POR WHATSAPP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43500" y="15278100"/>
            <a:ext cx="4533900" cy="4191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300"/>
              </a:lnSpc>
            </a:pPr>
            <a:r>
              <a:rPr sz="3300" b="0">
                <a:solidFill>
                  <a:srgbClr val="2E3A46"/>
                </a:solidFill>
                <a:latin typeface="Archivo SemiBold"/>
              </a:rPr>
              <a:t>[número]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C789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to de fondo (reemplazar)" descr="capa-fondo-1-invit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Ticket" descr="capa-ticket-2-que-incluy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4" name="Sello" descr="capa-sello-2-que-incluy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" y="2143125"/>
            <a:ext cx="3601641" cy="609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4800"/>
              </a:lnSpc>
            </a:pPr>
            <a:r>
              <a:rPr sz="4800" b="0" spc="-75">
                <a:solidFill>
                  <a:srgbClr val="F3F1EA"/>
                </a:solidFill>
                <a:latin typeface="Archivo SemiBold"/>
              </a:rPr>
              <a:t>Alado &amp; 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2971800"/>
            <a:ext cx="4074170" cy="304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2400"/>
              </a:lnSpc>
            </a:pPr>
            <a:r>
              <a:rPr sz="2400" b="0" spc="225">
                <a:solidFill>
                  <a:srgbClr val="F3F1EA"/>
                </a:solidFill>
                <a:latin typeface="Archivo Medium"/>
              </a:rPr>
              <a:t>TU TARDE DE TALLER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3543300"/>
            <a:ext cx="9272141" cy="297924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11730"/>
              </a:lnSpc>
            </a:pPr>
            <a:r>
              <a:rPr sz="12750" b="0" spc="-150">
                <a:solidFill>
                  <a:srgbClr val="F3F1EA"/>
                </a:solidFill>
                <a:latin typeface="Archivo Black"/>
              </a:rPr>
              <a:t>¿QUÉ</a:t>
            </a:r>
          </a:p>
          <a:p>
            <a:pPr algn="l">
              <a:lnSpc>
                <a:spcPts val="11730"/>
              </a:lnSpc>
            </a:pPr>
            <a:r>
              <a:rPr sz="12750" b="0" spc="-150">
                <a:solidFill>
                  <a:srgbClr val="F3F1EA"/>
                </a:solidFill>
                <a:latin typeface="Archivo Black"/>
              </a:rPr>
              <a:t>INCLUYE?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600" y="7943850"/>
            <a:ext cx="940147" cy="4191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300"/>
              </a:lnSpc>
            </a:pPr>
            <a:r>
              <a:rPr sz="3300" b="0">
                <a:solidFill>
                  <a:srgbClr val="5C7891"/>
                </a:solidFill>
                <a:latin typeface="Archivo Black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38350" y="7962900"/>
            <a:ext cx="5588347" cy="3810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000"/>
              </a:lnSpc>
            </a:pPr>
            <a:r>
              <a:rPr sz="3000" b="0" spc="-38">
                <a:solidFill>
                  <a:srgbClr val="2E3A46"/>
                </a:solidFill>
                <a:latin typeface="Archivo SemiBold"/>
              </a:rPr>
              <a:t>5 pocillos y 5 platos para pintar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" y="9067800"/>
            <a:ext cx="940147" cy="4191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300"/>
              </a:lnSpc>
            </a:pPr>
            <a:r>
              <a:rPr sz="3300" b="0">
                <a:solidFill>
                  <a:srgbClr val="5C7891"/>
                </a:solidFill>
                <a:latin typeface="Archivo Black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38350" y="9086850"/>
            <a:ext cx="5984379" cy="3810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000"/>
              </a:lnSpc>
            </a:pPr>
            <a:r>
              <a:rPr sz="3000" b="0" spc="-38">
                <a:solidFill>
                  <a:srgbClr val="2E3A46"/>
                </a:solidFill>
                <a:latin typeface="Archivo SemiBold"/>
              </a:rPr>
              <a:t>Pigmentos, pinceles y materiales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600" y="10191750"/>
            <a:ext cx="940147" cy="4191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300"/>
              </a:lnSpc>
            </a:pPr>
            <a:r>
              <a:rPr sz="3300" b="0">
                <a:solidFill>
                  <a:srgbClr val="5C7891"/>
                </a:solidFill>
                <a:latin typeface="Archivo Black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38350" y="10210800"/>
            <a:ext cx="4338191" cy="3810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000"/>
              </a:lnSpc>
            </a:pPr>
            <a:r>
              <a:rPr sz="3000" b="0" spc="-38">
                <a:solidFill>
                  <a:srgbClr val="2E3A46"/>
                </a:solidFill>
                <a:latin typeface="Archivo SemiBold"/>
              </a:rPr>
              <a:t>La quema de tus piezas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0600" y="11315700"/>
            <a:ext cx="940147" cy="4191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300"/>
              </a:lnSpc>
            </a:pPr>
            <a:r>
              <a:rPr sz="3300" b="0">
                <a:solidFill>
                  <a:srgbClr val="5C7891"/>
                </a:solidFill>
                <a:latin typeface="Archivo Black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38350" y="11334750"/>
            <a:ext cx="6631186" cy="3810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000"/>
              </a:lnSpc>
            </a:pPr>
            <a:r>
              <a:rPr sz="3000" b="0" spc="-38">
                <a:solidFill>
                  <a:srgbClr val="2E3A46"/>
                </a:solidFill>
                <a:latin typeface="Archivo SemiBold"/>
              </a:rPr>
              <a:t>Te acompañan Andrés, Alejo y Lizeth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0600" y="12439650"/>
            <a:ext cx="940147" cy="4191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300"/>
              </a:lnSpc>
            </a:pPr>
            <a:r>
              <a:rPr sz="3300" b="0">
                <a:solidFill>
                  <a:srgbClr val="5C7891"/>
                </a:solidFill>
                <a:latin typeface="Archivo Black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38350" y="12458700"/>
            <a:ext cx="6464945" cy="3810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000"/>
              </a:lnSpc>
            </a:pPr>
            <a:r>
              <a:rPr sz="3000" b="0" spc="-38">
                <a:solidFill>
                  <a:srgbClr val="2E3A46"/>
                </a:solidFill>
                <a:latin typeface="Archivo SemiBold"/>
              </a:rPr>
              <a:t>Vino, café y pasabocas para la tarde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13620750"/>
            <a:ext cx="4533900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1950"/>
              </a:lnSpc>
            </a:pPr>
            <a:r>
              <a:rPr sz="1950" b="0" spc="150">
                <a:solidFill>
                  <a:srgbClr val="2E3A46"/>
                </a:solidFill>
                <a:latin typeface="Archivo SemiBold"/>
              </a:rPr>
              <a:t>SÁBADO 17 DE OCTUBRE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14020800"/>
            <a:ext cx="4533900" cy="514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4050"/>
              </a:lnSpc>
            </a:pPr>
            <a:r>
              <a:rPr sz="4050" b="1" spc="-75">
                <a:solidFill>
                  <a:srgbClr val="2E3A46"/>
                </a:solidFill>
                <a:latin typeface="Archivo"/>
              </a:rPr>
              <a:t>2 – 6 P. 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43500" y="13620750"/>
            <a:ext cx="4533900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1950"/>
              </a:lnSpc>
            </a:pPr>
            <a:r>
              <a:rPr sz="1950" b="0" spc="225">
                <a:solidFill>
                  <a:srgbClr val="2E3A46"/>
                </a:solidFill>
                <a:latin typeface="Archivo SemiBold"/>
              </a:rPr>
              <a:t>POR PERSONA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43500" y="14020800"/>
            <a:ext cx="4533900" cy="514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4050"/>
              </a:lnSpc>
            </a:pPr>
            <a:r>
              <a:rPr sz="4050" b="1" spc="-75">
                <a:solidFill>
                  <a:srgbClr val="2E3A46"/>
                </a:solidFill>
                <a:latin typeface="Archivo"/>
              </a:rPr>
              <a:t>$230.000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