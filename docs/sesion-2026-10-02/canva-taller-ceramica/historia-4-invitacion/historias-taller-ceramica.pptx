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1-invit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1-invi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50530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TE INVITA A UNA TARDE 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572030" cy="28917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PINTURA</a:t>
            </a:r>
          </a:p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CERÁMICA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81800"/>
            <a:ext cx="4237286" cy="96381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795"/>
              </a:lnSpc>
            </a:pPr>
            <a:r>
              <a:rPr sz="3300" b="0" spc="-38">
                <a:solidFill>
                  <a:srgbClr val="F3F1EA"/>
                </a:solidFill>
                <a:latin typeface="Archivo SemiBold"/>
              </a:rPr>
              <a:t>Pinta tu propio juego</a:t>
            </a:r>
          </a:p>
          <a:p>
            <a:pPr algn="l">
              <a:lnSpc>
                <a:spcPts val="3795"/>
              </a:lnSpc>
            </a:pPr>
            <a:r>
              <a:rPr sz="3300" b="0" spc="-38">
                <a:solidFill>
                  <a:srgbClr val="F3F1EA"/>
                </a:solidFill>
                <a:latin typeface="Archivo SemiBold"/>
              </a:rPr>
              <a:t>de café para cuatro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706100"/>
            <a:ext cx="3019425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 spc="225">
                <a:solidFill>
                  <a:srgbClr val="2E3A46"/>
                </a:solidFill>
                <a:latin typeface="Archivo SemiBold"/>
              </a:rPr>
              <a:t>SÁBADO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9025" y="10077450"/>
            <a:ext cx="3019425" cy="1066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400"/>
              </a:lnSpc>
            </a:pPr>
            <a:r>
              <a:rPr sz="8400" b="1" spc="-150">
                <a:solidFill>
                  <a:srgbClr val="2E3A46"/>
                </a:solidFill>
                <a:latin typeface="Archivo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9025" y="11277600"/>
            <a:ext cx="3019425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850"/>
              </a:lnSpc>
            </a:pPr>
            <a:r>
              <a:rPr sz="2850" b="0" spc="225">
                <a:solidFill>
                  <a:srgbClr val="2E3A46"/>
                </a:solidFill>
                <a:latin typeface="Archivo SemiBold"/>
              </a:rPr>
              <a:t>OCTUBRE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7975" y="10496550"/>
            <a:ext cx="3019425" cy="1000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2 – 6</a:t>
            </a:r>
          </a:p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P.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92050"/>
            <a:ext cx="9067800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>
                <a:solidFill>
                  <a:srgbClr val="2E3A46"/>
                </a:solidFill>
                <a:latin typeface="Archivo SemiBold"/>
              </a:rPr>
              <a:t>Montesereno · El Retiro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3582650"/>
            <a:ext cx="9067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INCLUYE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3925550"/>
            <a:ext cx="9067800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850"/>
              </a:lnSpc>
            </a:pPr>
            <a:r>
              <a:rPr sz="2850" b="0" spc="-22">
                <a:solidFill>
                  <a:srgbClr val="2E3A46"/>
                </a:solidFill>
                <a:latin typeface="Archivo SemiBold"/>
              </a:rPr>
              <a:t>Materiales, quema, vino, café y pasabocas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4935200"/>
            <a:ext cx="45339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2400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3500" y="14935200"/>
            <a:ext cx="45339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RESERVAS POR WHATSAPP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3500" y="15278100"/>
            <a:ext cx="45339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300"/>
              </a:lnSpc>
            </a:pPr>
            <a:r>
              <a:rPr sz="3300" b="0">
                <a:solidFill>
                  <a:srgbClr val="2E3A46"/>
                </a:solidFill>
                <a:latin typeface="Archivo SemiBold"/>
              </a:rPr>
              <a:t>[número]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2-que-inclu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2-que-inclu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407417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TU TARDE DE TALLER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272141" cy="2979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¿QUÉ</a:t>
            </a:r>
          </a:p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INCLUYE?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79438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7962900"/>
            <a:ext cx="5589984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4 pocillos y 4 platos para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90678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8350" y="9086850"/>
            <a:ext cx="598437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Pigmentos, pinceles y materiales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101917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8350" y="10210800"/>
            <a:ext cx="4338191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La quema de tus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13157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11334750"/>
            <a:ext cx="6631186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Te acompañan Andrés, Alejo y Lizeth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124396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12458700"/>
            <a:ext cx="6464945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Vino, café y pasabocas para la tarde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150">
                <a:solidFill>
                  <a:srgbClr val="2E3A46"/>
                </a:solidFill>
                <a:latin typeface="Archivo SemiBold"/>
              </a:rPr>
              <a:t>SÁBADO 17 DE OCTUBRE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2 – 6 P. 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35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